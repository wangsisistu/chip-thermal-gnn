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fef22d2cb64ae6" /><Relationship Type="http://schemas.openxmlformats.org/officeDocument/2006/relationships/extended-properties" Target="/docProps/app.xml" Id="Ra3423907f03c4dd4" /><Relationship Type="http://schemas.openxmlformats.org/officeDocument/2006/relationships/officeDocument" Target="/ppt/presentation.xml" Id="Rbea692e7985e49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98e6f8ff2a4c68"/>
  </p:sldMasterIdLst>
  <p:notesMasterIdLst>
    <p:notesMasterId xmlns:r="http://schemas.openxmlformats.org/officeDocument/2006/relationships" r:id="R741f20ec7dc84038"/>
  </p:notesMasterIdLst>
  <p:sldIdLst>
    <p:sldId xmlns:r="http://schemas.openxmlformats.org/officeDocument/2006/relationships" id="256" r:id="Rdf0173fbc24444d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c0353ed766489b" /><Relationship Type="http://schemas.openxmlformats.org/officeDocument/2006/relationships/slideMaster" Target="/ppt/slideMasters/slideMaster1.xml" Id="R4c98e6f8ff2a4c68" /><Relationship Type="http://schemas.openxmlformats.org/officeDocument/2006/relationships/notesMaster" Target="/ppt/notesMasters/notesMaster1.xml" Id="R741f20ec7dc84038" /><Relationship Type="http://schemas.openxmlformats.org/officeDocument/2006/relationships/presProps" Target="/ppt/presProps.xml" Id="R1857cab38331451b" /><Relationship Type="http://schemas.openxmlformats.org/officeDocument/2006/relationships/tableStyles" Target="/ppt/tableStyles.xml" Id="R3ed2213044de485f" /><Relationship Type="http://schemas.openxmlformats.org/officeDocument/2006/relationships/slide" Target="/ppt/slides/slide1.xml" Id="Rdf0173fbc24444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919e5c58204b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2315c8eb074165" /><Relationship Type="http://schemas.openxmlformats.org/officeDocument/2006/relationships/notesMaster" Target="/ppt/notesMasters/notesMaster1.xml" Id="R46ac26bf97ca4f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建议讲解（约 45 秒）：这项工作面向复杂封装热场。MeshGraphNet 负责局部网格导热和材料界面，Transolver 负责全局热耦合。最严格的未见布局加细网格测试中，裸网络 MAE 为 1.50 K。为了满足工程精度，我又把网络作为非线性求解器初值，重新装配温变导热率、接触热阻和 Robin 边界，最终 MAE 达到 0.95 微开尔文。需要主动说明，当前参考标签是三维单元中心 FVM，后续会迁移到四面体 FEM 弱形式。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数据来源：outputs/atplace_case1_contact_material_operator_aligned/warm_start_layout_mesh_fine.json；outputs/atplace_case1_contact_material_operator_aligned_v2/warm_start_layout_mesh_fine.json。</a:t>
            </a:r>
          </a:p>
          <a:p xmlns:a="http://schemas.openxmlformats.org/drawingml/2006/main">
            <a:r>
              <a:t>图像来源：docs/assets/atplace_contact_material_ml/model_prediction_comparison.png。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5446b1654140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a4aba6cd29495e" /><Relationship Type="http://schemas.openxmlformats.org/officeDocument/2006/relationships/slideLayout" Target="/ppt/slideLayouts/slideLayout1.xml" Id="R6bd13c427fd7447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d13c427fd744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d9da3f69e44755" /><Relationship Type="http://schemas.openxmlformats.org/officeDocument/2006/relationships/image" Target="/ppt/media/image.png" Id="R903832459104407d" /><Relationship Type="http://schemas.openxmlformats.org/officeDocument/2006/relationships/notesSlide" Target="/ppt/notesSlides/notesSlide1.xml" Id="Re4113673a36e490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8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111612-7902-4B96-801A-5B3E0686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1096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复杂封装热场的 MGN+TRANS 混合求解器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F63586-DE9D-4B0A-916A-1249618D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620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76D7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76D7EA"/>
                </a:solidFill>
                <a:latin typeface="Microsoft YaHei"/>
                <a:ea typeface="Microsoft YaHei"/>
                <a:cs typeface="Microsoft YaHei"/>
              </a:rPr>
              <a:t>网格图学习提供初值，温度一致离散算子保证最终物理精度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E59D89-A888-4DA9-AE4D-3386C154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6D7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6D7EA"/>
                </a:solidFill>
                <a:latin typeface="Microsoft YaHei"/>
                <a:ea typeface="Microsoft YaHei"/>
                <a:cs typeface="Microsoft YaHei"/>
              </a:rPr>
              <a:t>模型方法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6BDDD4-25AF-4134-8A6A-7BCD8AB8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383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MeshGraphNet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A1CBC3-50CB-4860-B4B4-C0023D6F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62200"/>
            <a:ext cx="333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6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CE6EC"/>
                </a:solidFill>
                <a:latin typeface="Microsoft YaHei"/>
                <a:ea typeface="Microsoft YaHei"/>
                <a:cs typeface="Microsoft YaHei"/>
              </a:rPr>
              <a:t>沿网格边学习局部导热与界面温跳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2E4BD6-4F50-4CA3-A553-097A6960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3367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轻量 Transolver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48A1DD-EFD9-4C6E-AAF5-5D336582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57525"/>
            <a:ext cx="333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6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CE6EC"/>
                </a:solidFill>
                <a:latin typeface="Microsoft YaHei"/>
                <a:ea typeface="Microsoft YaHei"/>
                <a:cs typeface="Microsoft YaHei"/>
              </a:rPr>
              <a:t>物理注意力补充远距离热耦合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E8FE2E-200E-4E22-AE6D-16DD0C3D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非线性物理修正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9C4EAC-DF03-4992-9EB5-D2E4AECA5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52850"/>
            <a:ext cx="3619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6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CE6EC"/>
                </a:solidFill>
                <a:latin typeface="Microsoft YaHei"/>
                <a:ea typeface="Microsoft YaHei"/>
                <a:cs typeface="Microsoft YaHei"/>
              </a:rPr>
              <a:t>重装配温变导热率、接触热阻与 Robin 边界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1F2150-B4FA-415C-80B0-7FF7235B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38625"/>
            <a:ext cx="2047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D1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FD166"/>
                </a:solidFill>
                <a:latin typeface="Microsoft YaHei"/>
                <a:ea typeface="Microsoft YaHei"/>
                <a:cs typeface="Microsoft YaHei"/>
              </a:rPr>
              <a:t>1.50 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BA25BD-2D6B-41ED-9447-CBAEDF4E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33950"/>
            <a:ext cx="2190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6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CE6EC"/>
                </a:solidFill>
                <a:latin typeface="Microsoft YaHei"/>
                <a:ea typeface="Microsoft YaHei"/>
                <a:cs typeface="Microsoft YaHei"/>
              </a:rPr>
              <a:t>裸网络 MAE</a:t>
            </a:r>
          </a:p>
          <a:p xmlns:a="http://schemas.openxmlformats.org/drawingml/2006/main">
            <a:pPr algn="l">
              <a:defRPr sz="1350" b="0">
                <a:solidFill>
                  <a:srgbClr val="DCE6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CE6EC"/>
                </a:solidFill>
                <a:latin typeface="Microsoft YaHei"/>
                <a:ea typeface="Microsoft YaHei"/>
                <a:cs typeface="Microsoft YaHei"/>
              </a:rPr>
              <a:t>未见布局 + fine 网格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27B796-B169-47C1-BC9C-268D8ACF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14825"/>
            <a:ext cx="1666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57D3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57D3A5"/>
                </a:solidFill>
                <a:latin typeface="Microsoft YaHei"/>
                <a:ea typeface="Microsoft YaHei"/>
                <a:cs typeface="Microsoft YaHei"/>
              </a:rPr>
              <a:t>0.95 μK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5E020A-537B-46F3-AE8B-BB57E9556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933950"/>
            <a:ext cx="1714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6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CE6EC"/>
                </a:solidFill>
                <a:latin typeface="Microsoft YaHei"/>
                <a:ea typeface="Microsoft YaHei"/>
                <a:cs typeface="Microsoft YaHei"/>
              </a:rPr>
              <a:t>非线性修正后 MAE</a:t>
            </a:r>
          </a:p>
          <a:p xmlns:a="http://schemas.openxmlformats.org/drawingml/2006/main">
            <a:pPr algn="l">
              <a:defRPr sz="1275" b="0">
                <a:solidFill>
                  <a:srgbClr val="DCE6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CE6EC"/>
                </a:solidFill>
                <a:latin typeface="Microsoft YaHei"/>
                <a:ea typeface="Microsoft YaHei"/>
                <a:cs typeface="Microsoft YaHei"/>
              </a:rPr>
              <a:t>相对残差 8.5×10⁻¹¹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3832459104407d"/>
          <a:stretch xmlns:a="http://schemas.openxmlformats.org/drawingml/2006/main"/>
        </p:blipFill>
        <p:spPr>
          <a:xfrm xmlns:a="http://schemas.openxmlformats.org/drawingml/2006/main">
            <a:off x="4429125" y="1660189"/>
            <a:ext cx="7200900" cy="3509047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5AEAC9-5FA8-47DB-BF8F-47D2ED60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286375"/>
            <a:ext cx="7096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B8C7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8C7D1"/>
                </a:solidFill>
                <a:latin typeface="Microsoft YaHei"/>
                <a:ea typeface="Microsoft YaHei"/>
                <a:cs typeface="Microsoft YaHei"/>
              </a:rPr>
              <a:t>真实 checkpoint 云图：同一工况的 FVM 标签、三种网络输出与误差场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505CCC-90EF-4CC2-89AC-89809BB5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34050"/>
            <a:ext cx="11049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2F5F7"/>
                </a:solidFill>
                <a:latin typeface="Microsoft YaHei"/>
                <a:ea typeface="Microsoft YaHei"/>
                <a:cs typeface="Microsoft YaHei"/>
              </a:rPr>
              <a:t>Benchsize：72 train，12 val，12 联合 OOD。142,819 参数。fine 图最高 11,232 节点、64,344 有向边。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323E58-4353-43DF-9949-12F92ED3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6A8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6A8B5"/>
                </a:solidFill>
                <a:latin typeface="Microsoft YaHei"/>
                <a:ea typeface="Microsoft YaHei"/>
                <a:cs typeface="Microsoft YaHei"/>
              </a:rPr>
              <a:t>口径：热场标签来自三维单元中心 FVM。1.50 K 为裸网络结果，0.95 μK 为网络初值经完整非线性修正后的结果。</a:t>
            </a:r>
          </a:p>
        </p:txBody>
      </p:sp>
    </p:spTree>
    <p:extLst>
      <p:ext uri="{BB962C8B-B14F-4D97-AF65-F5344CB8AC3E}">
        <p14:creationId xmlns:p14="http://schemas.microsoft.com/office/powerpoint/2010/main" val="20804059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2026-09-17T11:47:54.8660000Z</dcterms:created>
  <dcterms:modified xsi:type="dcterms:W3CDTF">2026-09-17T11:47:54.8660000Z</dcterms:modified>
</coreProperties>
</file>